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8aafd7d914404" /><Relationship Type="http://schemas.openxmlformats.org/officeDocument/2006/relationships/extended-properties" Target="/docProps/app.xml" Id="R25ff34f5d6024266" /><Relationship Type="http://schemas.openxmlformats.org/officeDocument/2006/relationships/officeDocument" Target="/ppt/presentation.xml" Id="Rb0ffa5ca624c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9458f215c4895"/>
  </p:sldMasterIdLst>
  <p:notesMasterIdLst>
    <p:notesMasterId xmlns:r="http://schemas.openxmlformats.org/officeDocument/2006/relationships" r:id="R8d549ffd72594354"/>
  </p:notesMasterIdLst>
  <p:sldIdLst>
    <p:sldId xmlns:r="http://schemas.openxmlformats.org/officeDocument/2006/relationships" id="256" r:id="R5bf41f76ded44de2"/>
    <p:sldId xmlns:r="http://schemas.openxmlformats.org/officeDocument/2006/relationships" id="257" r:id="R75094b9de0d74df1"/>
    <p:sldId xmlns:r="http://schemas.openxmlformats.org/officeDocument/2006/relationships" id="258" r:id="R15548612a7164601"/>
    <p:sldId xmlns:r="http://schemas.openxmlformats.org/officeDocument/2006/relationships" id="259" r:id="R7df5ab8117f4455c"/>
    <p:sldId xmlns:r="http://schemas.openxmlformats.org/officeDocument/2006/relationships" id="260" r:id="Reb0766d9c2e84b22"/>
    <p:sldId xmlns:r="http://schemas.openxmlformats.org/officeDocument/2006/relationships" id="261" r:id="R8e2dc2d352bb4362"/>
    <p:sldId xmlns:r="http://schemas.openxmlformats.org/officeDocument/2006/relationships" id="262" r:id="R5e28025db5fe4c5f"/>
    <p:sldId xmlns:r="http://schemas.openxmlformats.org/officeDocument/2006/relationships" id="263" r:id="Rb205080e622140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fe1031b5743b5" /><Relationship Type="http://schemas.openxmlformats.org/officeDocument/2006/relationships/slideMaster" Target="/ppt/slideMasters/slideMaster1.xml" Id="R5a09458f215c4895" /><Relationship Type="http://schemas.openxmlformats.org/officeDocument/2006/relationships/notesMaster" Target="/ppt/notesMasters/notesMaster1.xml" Id="R8d549ffd72594354" /><Relationship Type="http://schemas.openxmlformats.org/officeDocument/2006/relationships/presProps" Target="/ppt/presProps.xml" Id="Rbcb46c34814b4499" /><Relationship Type="http://schemas.openxmlformats.org/officeDocument/2006/relationships/tableStyles" Target="/ppt/tableStyles.xml" Id="R84d673d0d5cf4281" /><Relationship Type="http://schemas.openxmlformats.org/officeDocument/2006/relationships/slide" Target="/ppt/slides/slide1.xml" Id="R5bf41f76ded44de2" /><Relationship Type="http://schemas.openxmlformats.org/officeDocument/2006/relationships/slide" Target="/ppt/slides/slide2.xml" Id="R75094b9de0d74df1" /><Relationship Type="http://schemas.openxmlformats.org/officeDocument/2006/relationships/slide" Target="/ppt/slides/slide3.xml" Id="R15548612a7164601" /><Relationship Type="http://schemas.openxmlformats.org/officeDocument/2006/relationships/slide" Target="/ppt/slides/slide4.xml" Id="R7df5ab8117f4455c" /><Relationship Type="http://schemas.openxmlformats.org/officeDocument/2006/relationships/slide" Target="/ppt/slides/slide5.xml" Id="Reb0766d9c2e84b22" /><Relationship Type="http://schemas.openxmlformats.org/officeDocument/2006/relationships/slide" Target="/ppt/slides/slide6.xml" Id="R8e2dc2d352bb4362" /><Relationship Type="http://schemas.openxmlformats.org/officeDocument/2006/relationships/slide" Target="/ppt/slides/slide7.xml" Id="R5e28025db5fe4c5f" /><Relationship Type="http://schemas.openxmlformats.org/officeDocument/2006/relationships/slide" Target="/ppt/slides/slide8.xml" Id="Rb205080e6221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28c9907a31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ee205b2b646a2" /><Relationship Type="http://schemas.openxmlformats.org/officeDocument/2006/relationships/notesMaster" Target="/ppt/notesMasters/notesMaster1.xml" Id="R8b45c0aedcf343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5a93e56a940f3" /><Relationship Type="http://schemas.openxmlformats.org/officeDocument/2006/relationships/notesMaster" Target="/ppt/notesMasters/notesMaster1.xml" Id="Raa93e65ee041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81cf2696ff49d8" /><Relationship Type="http://schemas.openxmlformats.org/officeDocument/2006/relationships/notesMaster" Target="/ppt/notesMasters/notesMaster1.xml" Id="R3f2b7069712c45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7e9f02c35a435c" /><Relationship Type="http://schemas.openxmlformats.org/officeDocument/2006/relationships/notesMaster" Target="/ppt/notesMasters/notesMaster1.xml" Id="R2fe5aad45cac44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630c43bbd74577" /><Relationship Type="http://schemas.openxmlformats.org/officeDocument/2006/relationships/notesMaster" Target="/ppt/notesMasters/notesMaster1.xml" Id="R5c43ef02ba52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174f55d79401e" /><Relationship Type="http://schemas.openxmlformats.org/officeDocument/2006/relationships/notesMaster" Target="/ppt/notesMasters/notesMaster1.xml" Id="R4b408c43d9df44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40c9291ae4701" /><Relationship Type="http://schemas.openxmlformats.org/officeDocument/2006/relationships/notesMaster" Target="/ppt/notesMasters/notesMaster1.xml" Id="R11a27730f9c4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ac437e61e42c9" /><Relationship Type="http://schemas.openxmlformats.org/officeDocument/2006/relationships/notesMaster" Target="/ppt/notesMasters/notesMaster1.xml" Id="Rd9998486b381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PROJECT_DOCUMENTATION.md, Team Verid, iQOO Hackathon 2026. Project screenshots are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8c865feaf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8c94cf9f74ed5" /><Relationship Type="http://schemas.openxmlformats.org/officeDocument/2006/relationships/slideLayout" Target="/ppt/slideLayouts/slideLayout1.xml" Id="R6d19a25f516a44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19a25f516a44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996e06ec49bb" /><Relationship Type="http://schemas.openxmlformats.org/officeDocument/2006/relationships/image" Target="/ppt/media/image.jpeg" Id="R31731488ae6f4f32" /><Relationship Type="http://schemas.openxmlformats.org/officeDocument/2006/relationships/notesSlide" Target="/ppt/notesSlides/notesSlide1.xml" Id="Rc9062e93bbb6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f92dfcfbb45b5" /><Relationship Type="http://schemas.openxmlformats.org/officeDocument/2006/relationships/notesSlide" Target="/ppt/notesSlides/notesSlide2.xml" Id="Rdd74f89211ae4f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fc59b558b4bd6" /><Relationship Type="http://schemas.openxmlformats.org/officeDocument/2006/relationships/image" Target="/ppt/media/image.png" Id="Rb9a7e66256b84b59" /><Relationship Type="http://schemas.openxmlformats.org/officeDocument/2006/relationships/image" Target="/ppt/media/image2.png" Id="R8d48b8bca1de4f50" /><Relationship Type="http://schemas.openxmlformats.org/officeDocument/2006/relationships/image" Target="/ppt/media/image3.png" Id="Re751c842e4cc4e9c" /><Relationship Type="http://schemas.openxmlformats.org/officeDocument/2006/relationships/notesSlide" Target="/ppt/notesSlides/notesSlide3.xml" Id="R47e65f311369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6d31876354086" /><Relationship Type="http://schemas.openxmlformats.org/officeDocument/2006/relationships/image" Target="/ppt/media/image4.png" Id="R80192e2e40f847ac" /><Relationship Type="http://schemas.openxmlformats.org/officeDocument/2006/relationships/image" Target="/ppt/media/image5.png" Id="Rbc9139a382754501" /><Relationship Type="http://schemas.openxmlformats.org/officeDocument/2006/relationships/notesSlide" Target="/ppt/notesSlides/notesSlide4.xml" Id="R3b96761fce084b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66dfff38c4b34" /><Relationship Type="http://schemas.openxmlformats.org/officeDocument/2006/relationships/image" Target="/ppt/media/image2.jpeg" Id="Ra7ba3f4f7f4e400c" /><Relationship Type="http://schemas.openxmlformats.org/officeDocument/2006/relationships/image" Target="/ppt/media/image3.jpeg" Id="Rc15cb1b8d8a448c0" /><Relationship Type="http://schemas.openxmlformats.org/officeDocument/2006/relationships/image" Target="/ppt/media/image6.png" Id="R8d9e75adff204950" /><Relationship Type="http://schemas.openxmlformats.org/officeDocument/2006/relationships/notesSlide" Target="/ppt/notesSlides/notesSlide5.xml" Id="Rbb1ce980565346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bc766d39141dd" /><Relationship Type="http://schemas.openxmlformats.org/officeDocument/2006/relationships/image" Target="/ppt/media/image7.png" Id="R8230ca431f6b4b3a" /><Relationship Type="http://schemas.openxmlformats.org/officeDocument/2006/relationships/image" Target="/ppt/media/image8.png" Id="R99f66860acab4562" /><Relationship Type="http://schemas.openxmlformats.org/officeDocument/2006/relationships/notesSlide" Target="/ppt/notesSlides/notesSlide6.xml" Id="R90b183addf5b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cd4e36cf14c4c" /><Relationship Type="http://schemas.openxmlformats.org/officeDocument/2006/relationships/image" Target="/ppt/media/image9.png" Id="R6fa5d71bedd6480f" /><Relationship Type="http://schemas.openxmlformats.org/officeDocument/2006/relationships/image" Target="/ppt/media/image10.png" Id="Rc653a446c0864cdd" /><Relationship Type="http://schemas.openxmlformats.org/officeDocument/2006/relationships/image" Target="/ppt/media/image11.png" Id="R51a534904d254a72" /><Relationship Type="http://schemas.openxmlformats.org/officeDocument/2006/relationships/notesSlide" Target="/ppt/notesSlides/notesSlide7.xml" Id="Rbd6288035d934e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9c70007d45d6" /><Relationship Type="http://schemas.openxmlformats.org/officeDocument/2006/relationships/image" Target="/ppt/media/image12.png" Id="R418b05d18635459e" /><Relationship Type="http://schemas.openxmlformats.org/officeDocument/2006/relationships/notesSlide" Target="/ppt/notesSlides/notesSlide8.xml" Id="Rc6b7f0c3f2f8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6ACF5-3955-4A24-8AEE-141BAB89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C2E33-F419-4920-8DDE-10064617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2EC56-C408-4430-9A42-B5DAA0B3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31488ae6f4f32"/>
          <a:srcRect xmlns:a="http://schemas.openxmlformats.org/drawingml/2006/main" l="30078" t="0" r="30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0"/>
            <a:ext cx="4895850" cy="6858000"/>
          </a:xfrm>
          <a:prstGeom xmlns:a="http://schemas.openxmlformats.org/drawingml/2006/main" prst="roundRect">
            <a:avLst>
              <a:gd name="adj" fmla="val 311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35A12-C7D5-4E05-A1A2-39504B7D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56673-FAA8-47AB-BAE0-98A69653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IQOO HACKATHON 2026 / AI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4AC4-D5E5-4722-912F-4459D5E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623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home has memory.</a:t>
            </a:r>
          </a:p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just needs a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A71B2-4A16-4E5F-B7A6-7C4D514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connects products, invoices, manuals, and maintenance into a private household intelligence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172CE-93D7-43D1-8411-9A1CC902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FF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123B-9011-4096-B77F-99233E62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ownership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Actionable care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4D43C-B29B-4B22-B3EB-C9A6065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A working product for the moment homeowners need it most: when something breaks, expires, or gets forgotten.</a:t>
            </a:r>
          </a:p>
        </p:txBody>
      </p:sp>
    </p:spTree>
    <p:extLst>
      <p:ext uri="{BB962C8B-B14F-4D97-AF65-F5344CB8AC3E}">
        <p14:creationId xmlns:p14="http://schemas.microsoft.com/office/powerpoint/2010/main" val="372596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DC018-0E7B-4314-BB71-0C4212E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913A-F5AF-43D2-AB18-F1605095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0D35D-9A7F-4DC6-92B5-60E5985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THE HOUSEHOLD OWNERSHIP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79485-D630-4411-B07E-00C656D2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19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A product’s history disappears the moment it enters the 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D6BBF-97DE-4D02-B839-693B0D7B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23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Documents, hardware evidence, and service events live apart. That makes a simple warranty claim or maintenance decision unnecessarily hard.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B541C-3DD4-4005-AEE9-F11FF82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EC686-445A-4FB1-99D4-F3EA790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836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83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93F51-4C1C-4774-B966-6612CF7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Proof is scattered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4060A-EAF3-4CAB-B5AE-4F39C3AD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Invoices sit in chat threads, folders, and drawers while model and serial details fade from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32226-654C-4E20-B212-E828E197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89447-E6B6-49DD-BD97-C1F72B5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836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83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B152A-AB38-432E-97EA-74F1A7E9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Care arrives too 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76649-B108-4E87-AD7A-222F78C6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Warranty deadlines, filters, cleaning, and service history surface only after a failure.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ECCC6-B749-425B-ABFD-F67519D8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33147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C007A-CE83-490C-96A1-4A1F393C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836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83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C7135-F4CB-4A52-9DC1-49B1C07D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Files cannot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22A23-6693-4505-A5F9-F623414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686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A storage folder cannot connect a real appliance to evidence, a manual, and the next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E7FAE-1521-4EC8-B701-2F15475E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The missed opportunity: turn ownership records into a reliable, usable household memory.</a:t>
            </a:r>
          </a:p>
        </p:txBody>
      </p:sp>
    </p:spTree>
    <p:extLst>
      <p:ext uri="{BB962C8B-B14F-4D97-AF65-F5344CB8AC3E}">
        <p14:creationId xmlns:p14="http://schemas.microsoft.com/office/powerpoint/2010/main" val="2016443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3767D-1139-4273-9158-9E1A87B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4DA4D-181A-44BF-8D13-3B9F142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F49F5-F10A-4C12-9797-3DDCA95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THE CORE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2E336-D0E8-4D13-984B-6F01666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62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verified passport for every important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6D9A7-561B-42A3-AE94-B99A9C1C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pairs commercial evidence with a real product photo before it creates a household record.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7e66256b84b59"/>
          <a:srcRect xmlns:a="http://schemas.openxmlformats.org/drawingml/2006/main" l="25626" t="0" r="256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619375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8b8bca1de4f50"/>
          <a:srcRect xmlns:a="http://schemas.openxmlformats.org/drawingml/2006/main" l="0" t="5031" r="0" b="5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2300" y="2619375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B5643-F360-470A-91B2-0537A8E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1D9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1D9FF"/>
                </a:solidFill>
                <a:latin typeface="Arial"/>
                <a:ea typeface="Arial"/>
                <a:cs typeface="Arial"/>
              </a:rPr>
              <a:t>DOCUMENT</a:t>
            </a:r>
          </a:p>
          <a:p xmlns:a="http://schemas.openxmlformats.org/drawingml/2006/main">
            <a:pPr>
              <a:defRPr sz="900" b="1" i="0">
                <a:solidFill>
                  <a:srgbClr val="71D9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1D9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15327-0E5B-4EAD-9460-3997DC5F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9E0B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9E0B2"/>
                </a:solidFill>
                <a:latin typeface="Arial"/>
                <a:ea typeface="Arial"/>
                <a:cs typeface="Arial"/>
              </a:rPr>
              <a:t>HARDWARE</a:t>
            </a:r>
          </a:p>
          <a:p xmlns:a="http://schemas.openxmlformats.org/drawingml/2006/main">
            <a:pPr>
              <a:defRPr sz="900" b="1" i="0">
                <a:solidFill>
                  <a:srgbClr val="69E0B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9E0B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F8F7B-6385-4816-AD69-E5A5A31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41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05D9B-0B33-4B40-90F1-38DE5DF2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3675"/>
            <a:ext cx="1962150" cy="1971675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2283E"/>
          </a:solidFill>
          <a:ln xmlns:a="http://schemas.openxmlformats.org/drawingml/2006/main" w="9525">
            <a:solidFill>
              <a:srgbClr val="2944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4F49-BED5-4E3B-8B7D-74B5EAB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76575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RapidOCR</a:t>
            </a:r>
          </a:p>
          <a:p xmlns:a="http://schemas.openxmlformats.org/drawingml/2006/main">
            <a:pPr>
              <a:defRPr sz="187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+ YOLO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ED53C-B430-478F-AFBE-D953A12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33825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50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Extracts facts</a:t>
            </a:r>
          </a:p>
          <a:p xmlns:a="http://schemas.openxmlformats.org/drawingml/2006/main">
            <a:pPr>
              <a:defRPr sz="97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Checks the physical object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1c842e4cc4e9c"/>
          <a:srcRect xmlns:a="http://schemas.openxmlformats.org/drawingml/2006/main" l="30188" t="0" r="30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2076450"/>
            <a:ext cx="2809875" cy="3286125"/>
          </a:xfrm>
          <a:prstGeom xmlns:a="http://schemas.openxmlformats.org/drawingml/2006/main" prst="roundRect">
            <a:avLst>
              <a:gd name="adj" fmla="val 542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C4CF7-DDB0-4A24-8F21-22D5F22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A durable record with evidence, identity, warranty, manual, service history, and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286005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631B5-347E-4763-AE8A-7DF6D4D2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13B68-D682-4556-9D6E-F2FB81F8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E176-CB1C-42DD-8CA3-4CBA151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COMPUTER VISION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8C4D6-47FA-4939-9AE4-F094BE7D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76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The vision model recognizes the physical side of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13AE7-8F28-469D-B995-09D82F4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75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A custom YOLOv8n detector identifies five household classes from real images, then connects the result to the relevant passport.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9ACD0-FF17-4506-A8CC-D62AC583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99.29%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8A7B3-6EBB-427F-AB5F-DE7C94B1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Precision on the validation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43BE-A5F5-43D3-B466-576C7E1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8364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8364"/>
                </a:solidFill>
                <a:latin typeface="Arial"/>
                <a:ea typeface="Arial"/>
                <a:cs typeface="Arial"/>
              </a:rPr>
              <a:t>98.10%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57591-52F3-43CC-9A28-7AA46312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813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mAP@50 across five target 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25088-61CC-4945-9190-43489E1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69-97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9DF5-9C36-4354-8791-670FA902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8132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Per-image CPU inference latency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92e2e40f847ac"/>
          <a:stretch xmlns:a="http://schemas.openxmlformats.org/drawingml/2006/main"/>
        </p:blipFill>
        <p:spPr>
          <a:xfrm xmlns:a="http://schemas.openxmlformats.org/drawingml/2006/main">
            <a:off x="1060450" y="3667125"/>
            <a:ext cx="2984500" cy="2238375"/>
          </a:xfrm>
          <a:prstGeom xmlns:a="http://schemas.openxmlformats.org/drawingml/2006/main" prst="roundRect">
            <a:avLst>
              <a:gd name="adj" fmla="val 6809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139a382754501"/>
          <a:stretch xmlns:a="http://schemas.openxmlformats.org/drawingml/2006/main"/>
        </p:blipFill>
        <p:spPr>
          <a:xfrm xmlns:a="http://schemas.openxmlformats.org/drawingml/2006/main">
            <a:off x="4905375" y="3786188"/>
            <a:ext cx="4000500" cy="2000250"/>
          </a:xfrm>
          <a:prstGeom xmlns:a="http://schemas.openxmlformats.org/drawingml/2006/main" prst="roundRect">
            <a:avLst>
              <a:gd name="adj" fmla="val 680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DECA5-C22F-46C5-B0CA-C2CB9F14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67125"/>
            <a:ext cx="238125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0E1C2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5D155-FB67-46B7-8DC2-32DF8E7D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Target 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56EAE-727D-43A0-BD4E-11C01F2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80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Washing machine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Closet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Water purifier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Cot</a:t>
            </a:r>
          </a:p>
        </p:txBody>
      </p:sp>
    </p:spTree>
    <p:extLst>
      <p:ext uri="{BB962C8B-B14F-4D97-AF65-F5344CB8AC3E}">
        <p14:creationId xmlns:p14="http://schemas.microsoft.com/office/powerpoint/2010/main" val="59564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2CFA6-32F1-438B-AF46-7CD5EAD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AB54F-C781-4754-A2C7-CDFCE096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7B1C-7117-4D84-90D9-818C4CE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THE DAILY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2C2F2-9DB3-45BD-ABAE-BC34AE8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Point. Ask.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6D8E-848D-424D-B9F3-D084B44F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A household record is only useful when it answers a question in the moment.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a3f4f7f4e400c"/>
          <a:srcRect xmlns:a="http://schemas.openxmlformats.org/drawingml/2006/main" l="13975" t="0" r="13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71750"/>
            <a:ext cx="3381375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cb1b8d8a448c0"/>
          <a:srcRect xmlns:a="http://schemas.openxmlformats.org/drawingml/2006/main" l="13975" t="0" r="13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7675" y="2571750"/>
            <a:ext cx="3381375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e75adff204950"/>
          <a:srcRect xmlns:a="http://schemas.openxmlformats.org/drawingml/2006/main" l="20006" t="0" r="200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2571750"/>
            <a:ext cx="339090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4641A-6CA5-4143-B6F7-D703795E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See the appliance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A29ED-58B0-4F13-BEE0-CBA3DD26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00675"/>
            <a:ext cx="338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Find what needs 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61E6C-03DD-474A-AFD8-8722DDD9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0067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Ask the whole house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9300-EDFE-4702-BB6D-C7AB3602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“When does my washing machine warranty expire?”</a:t>
            </a:r>
          </a:p>
        </p:txBody>
      </p:sp>
    </p:spTree>
    <p:extLst>
      <p:ext uri="{BB962C8B-B14F-4D97-AF65-F5344CB8AC3E}">
        <p14:creationId xmlns:p14="http://schemas.microsoft.com/office/powerpoint/2010/main" val="1126830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D4A99-86F3-4A3B-8BDA-1A42CAE3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73D8-F427-4097-8D89-B0CDF9D8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F6BCD-427C-4F60-AEFA-8D07EB80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TRUST IS A PRODUCT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7995C-6206-49EC-88E0-C8DA5FA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619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Every answer carries its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0C587-A5FF-4D4D-9660-155D83F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9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96277"/>
                </a:solidFill>
                <a:latin typeface="Arial"/>
                <a:ea typeface="Arial"/>
                <a:cs typeface="Arial"/>
              </a:rPr>
              <a:t>Verid shows the answer, why it reached it, and the source record. When the system cannot verify a detail, it says 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0ca431f6b4b3a"/>
          <a:srcRect xmlns:a="http://schemas.openxmlformats.org/drawingml/2006/main" l="9253" t="0" r="92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71750"/>
            <a:ext cx="4857750" cy="276225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66860acab4562"/>
          <a:stretch xmlns:a="http://schemas.openxmlformats.org/drawingml/2006/main"/>
        </p:blipFill>
        <p:spPr>
          <a:xfrm xmlns:a="http://schemas.openxmlformats.org/drawingml/2006/main">
            <a:off x="8001000" y="3194156"/>
            <a:ext cx="3171825" cy="1469813"/>
          </a:xfrm>
          <a:prstGeom xmlns:a="http://schemas.openxmlformats.org/drawingml/2006/main" prst="roundRect">
            <a:avLst>
              <a:gd name="adj" fmla="val 48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4D0CC-860F-4506-9687-3A7FB55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9522E-B85B-46F6-9738-C2B6A4E3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Invoice, product photo, manual, service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2D9A4-809B-4C52-8925-2EFEB22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290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B1D8E-56E8-44EA-96D2-876571BE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38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A plain-language explanation for each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10A54-357A-44EA-92DF-05A5EEC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88069-0F8B-4FBF-AE1B-A543FE62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26C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C81"/>
                </a:solidFill>
                <a:latin typeface="Arial"/>
                <a:ea typeface="Arial"/>
                <a:cs typeface="Arial"/>
              </a:rPr>
              <a:t>Traceable source record and confidence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9CD31-7FFC-4FC8-BBB1-F9E21E8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1C2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E1C2F"/>
                </a:solidFill>
                <a:latin typeface="Arial"/>
                <a:ea typeface="Arial"/>
                <a:cs typeface="Arial"/>
              </a:rPr>
              <a:t>Offline mode keeps household data local while the system processes documents and answers questions.</a:t>
            </a:r>
          </a:p>
        </p:txBody>
      </p:sp>
    </p:spTree>
    <p:extLst>
      <p:ext uri="{BB962C8B-B14F-4D97-AF65-F5344CB8AC3E}">
        <p14:creationId xmlns:p14="http://schemas.microsoft.com/office/powerpoint/2010/main" val="663877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E2CD9-2266-48E1-A8E0-3FCE29EC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91AAB-853E-4754-A9A9-F36715A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A4CF4-AD53-4C9F-AAAF-E69AB96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AF3A7-2F87-4403-91F8-0EDBB73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704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minutes to show the complete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3B4C1-B32A-4C9A-B35B-F6ECC98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81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The demo makes the product tangible: capture evidence, recognize the appliance, prove the passport, then trigger an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3F60A-C724-4CE8-A53A-C5BA6A0F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15695-291E-4619-A8C1-04D703D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a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7504C-EF35-4DFE-8CD5-86E0607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Scan the local QR bridge and open the live camera, with no app installation.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13816-A3A7-45B9-9A16-3076896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1D9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1D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CEEE1-CF29-43FA-968F-B08923D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 at a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FE30F-E53B-473F-8342-6C975C3A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The detector recognizes the appliance and retrieves its linked household passport.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04D3D-08FD-474F-8362-0AD3AA6A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C8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2F13B-D570-4863-B787-0009BDD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the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0EACB-CC0E-4E21-B26A-97F00F0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Show the evidence-backed record, warranty status, and source documents.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FC5A1-62BB-4A96-BAA9-CB43A9C9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E0B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9E0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577FC-6E48-475C-95C9-2420CAF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Take the next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35463-BDFC-4C5E-88AF-C31C231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814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Surface a maintenance alert or prepare a complete warranty claim pack.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5d71bedd6480f"/>
          <a:srcRect xmlns:a="http://schemas.openxmlformats.org/drawingml/2006/main" l="0" t="473" r="0" b="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4638675"/>
            <a:ext cx="29051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3a446c0864cdd"/>
          <a:srcRect xmlns:a="http://schemas.openxmlformats.org/drawingml/2006/main" l="0" t="473" r="0" b="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4638675"/>
            <a:ext cx="29051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534904d254a72"/>
          <a:srcRect xmlns:a="http://schemas.openxmlformats.org/drawingml/2006/main" l="0" t="12702" r="0" b="12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4638675"/>
            <a:ext cx="3857625" cy="133350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</p:spTree>
    <p:extLst>
      <p:ext uri="{BB962C8B-B14F-4D97-AF65-F5344CB8AC3E}">
        <p14:creationId xmlns:p14="http://schemas.microsoft.com/office/powerpoint/2010/main" val="439663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A4308-9FD6-4325-8FF9-BD0B9DF5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/ HOUSEHOLD INTELLIGENCE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B3DB1-99CB-4193-BB6D-071149E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92749-C48B-4EE7-A926-A0FB77D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b05d18635459e"/>
          <a:srcRect xmlns:a="http://schemas.openxmlformats.org/drawingml/2006/main" l="30884" t="0" r="308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809625"/>
            <a:ext cx="3952875" cy="4791075"/>
          </a:xfrm>
          <a:prstGeom xmlns:a="http://schemas.openxmlformats.org/drawingml/2006/main" prst="roundRect">
            <a:avLst>
              <a:gd name="adj" fmla="val 38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C19CB-FF5C-46BB-8638-09C786B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WHY VERID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1838B-BDA2-4215-83A2-2B781BD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39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 household system,</a:t>
            </a:r>
          </a:p>
          <a:p xmlns:a="http://schemas.openxmlformats.org/drawingml/2006/main">
            <a:pPr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another document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0C108-B6F4-41E7-9B54-B49DF3F7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Verid combines working vision, document intelligence, grounded assistance, and on-device privacy into one connected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8B281-1FC0-42F9-9E53-02F0B4A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01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FF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67193-1485-454F-9186-24AB0326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CBFF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CBFF4D"/>
                </a:solidFill>
                <a:latin typeface="Arial"/>
                <a:ea typeface="Arial"/>
                <a:cs typeface="Arial"/>
              </a:rPr>
              <a:t>Working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C880-8352-44E8-9926-AC3E635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Phone-first scanner, product passport, attention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E58BA-F1BE-4D71-B879-AADAF280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05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C857"/>
                </a:solidFill>
                <a:latin typeface="Arial"/>
                <a:ea typeface="Arial"/>
                <a:cs typeface="Arial"/>
              </a:rPr>
              <a:t>Verified 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324DA-C304-48F5-883B-7F07BEF4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8D8"/>
                </a:solidFill>
                <a:latin typeface="Arial"/>
                <a:ea typeface="Arial"/>
                <a:cs typeface="Arial"/>
              </a:rPr>
              <a:t>98.10% mAP@50 on the supplied validation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FA2DE-3203-4AEC-8C64-99337C4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Verid / Ready to show the household intelligence loop live</a:t>
            </a:r>
          </a:p>
        </p:txBody>
      </p:sp>
    </p:spTree>
    <p:extLst>
      <p:ext uri="{BB962C8B-B14F-4D97-AF65-F5344CB8AC3E}">
        <p14:creationId xmlns:p14="http://schemas.microsoft.com/office/powerpoint/2010/main" val="196050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2026-09-06T01:49:35.7400000Z</dcterms:created>
  <dcterms:modified xsi:type="dcterms:W3CDTF">2026-09-06T01:49:35.7400000Z</dcterms:modified>
</coreProperties>
</file>